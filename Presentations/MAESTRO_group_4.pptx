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3C416-4BB5-C81C-1AAE-3B1AC1192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7E31D-DC75-A0EC-7233-4A42C3968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D6CBE-5D29-54E3-65A9-FF23C322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AB1A5-F319-0467-33DB-947BE952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3B2FA-4DE9-CEDD-A154-8C3B2B14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5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F448-DC15-8ECD-A9B6-1921D0AD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B307-30B0-6F74-4724-90BCDBCB8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7F09D-CF01-552E-689E-9C288655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86C8A-4938-BBD3-28D2-CF78384C1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9D3BB-B434-2A77-DA54-B3CF2B48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0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8C01-E6CD-3C45-6010-813E05039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B5102-5402-BF14-BD8F-BB9205666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34671-643C-B484-F045-55B3BE316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B85F0-2838-2B70-E800-F16D2C1A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6761-8032-4A56-1B8D-233E76DF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1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4CD6-F19F-17C5-F1E5-91BDB2D4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91225-B359-4346-7734-3C38E65BE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58BBD-5141-187C-2453-58915EF4D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3F909-C712-1E0A-0E31-2BCC562B0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FFF17-63E7-D171-7AC0-6CF0A31B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C0707-3171-FE6D-995C-4506CD5F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08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8D07E-26F7-A390-9F60-45A3794B7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7649-2859-425C-2A4A-77CF75BAF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D6A18-46AA-7B94-2E19-315BA6269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B6270-7C6A-5332-4FC2-0F6D3DB16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DA830-90BF-9AEE-5E94-BB463DE38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1AE0C0-EEBA-7F94-BC9A-596F8C411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C853D-CFD0-C5A4-5627-EB56F5716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8D000-7413-98AA-27A0-BD369FA7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2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9A1B-018A-BBAD-1611-C025840AD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911AF-3E0E-ED3F-6CFD-5A3019A7C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6ECF5-FD51-B4C0-CE10-796D4519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0FE0C-CA98-0AA9-2B3C-BE8A7BF0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B08AE-058C-4609-F412-4ADF8050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3354E-CAD6-8CD2-AF30-DE465DDC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5DFAE-B62D-84CF-25CF-9E3F450F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1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3465B-AA19-9D46-3DF9-BEDAC3209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38C2C-43D5-91FE-E1EF-B9C70B8AC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8982E-5717-4201-08BF-319611E18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3B624-090E-4E90-1781-415C2DDD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B485B-674A-BB0F-276F-5BE02B3E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AA822-E63B-BB18-479C-2685ACC9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9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BE9CD-3556-1EE2-F5DF-6644232B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77B954-A80E-E8D0-FD31-1EC0AD93E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37AB4-CCED-DE26-1B24-44A9BE8AB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0D707-A28A-4C0A-C428-5DF7A3A4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012ED-F5EA-4AC7-91E9-B636E306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279FB-C97F-8118-3846-3CBF0505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1AC3E-1014-492C-91D6-1EF33DDE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BE040-1D96-7FF5-A4F1-69EEA3F87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8B9B8-73C1-AD62-C62D-C29EA4C6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482C1-34F4-D87D-A41D-9F76A129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04131-2719-E690-1258-BE9717E01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4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31211-0668-FE9B-5F66-4CE1CADF8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ED3B9-5084-914E-95C7-81B8D16B2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9E583-373E-2C03-1A4F-8BFD909AF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33B6-1916-BF81-CD0A-372DA518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3A226-07BE-8DD2-B815-4EC16F7D0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1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A0CD5-E187-1A4C-7009-AE9C6D0D8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4F1AB-DEF7-688A-2D8F-550FF992A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0768E-C035-431A-833A-8674AD19D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D9B93-723C-49C7-AEF7-92ADE971BDA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26247-29B5-32E1-07F2-6DC415739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BEB34-A180-CE86-8F7B-256868748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1982A-3320-4EFD-AE3F-492BB757D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4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A54C9-FE1F-9026-351F-3D3BF1ED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en-US" dirty="0"/>
              <a:t>Population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F80D2-067E-CF1D-1DDD-DFBA2B1AC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14357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Quantified realized population dynamics of 77 exploited stocks</a:t>
            </a:r>
          </a:p>
          <a:p>
            <a:r>
              <a:rPr lang="en-US" dirty="0"/>
              <a:t>Population dynamics not related to life-history characteristics</a:t>
            </a:r>
          </a:p>
          <a:p>
            <a:r>
              <a:rPr lang="en-US" dirty="0"/>
              <a:t>Results are foundation for parameterizing multispecies model</a:t>
            </a:r>
          </a:p>
        </p:txBody>
      </p:sp>
      <p:pic>
        <p:nvPicPr>
          <p:cNvPr id="6" name="Picture 5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FEBE61F0-569C-DD97-4D87-B826C4B0D8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70"/>
          <a:stretch/>
        </p:blipFill>
        <p:spPr>
          <a:xfrm>
            <a:off x="756920" y="3396297"/>
            <a:ext cx="10271894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3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A54C9-FE1F-9026-351F-3D3BF1ED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en-US" dirty="0"/>
              <a:t>Multispecies Model of North Sea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F80D2-067E-CF1D-1DDD-DFBA2B1AC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1793474"/>
          </a:xfrm>
        </p:spPr>
        <p:txBody>
          <a:bodyPr>
            <a:normAutofit/>
          </a:bodyPr>
          <a:lstStyle/>
          <a:p>
            <a:r>
              <a:rPr lang="en-US" dirty="0"/>
              <a:t>Initial projection simulations model developed for 14 North Sea stocks</a:t>
            </a:r>
          </a:p>
          <a:p>
            <a:pPr lvl="1"/>
            <a:r>
              <a:rPr lang="en-US" dirty="0"/>
              <a:t>Incorporates historic population demographics and relationships</a:t>
            </a:r>
          </a:p>
          <a:p>
            <a:r>
              <a:rPr lang="en-US" dirty="0"/>
              <a:t>Developing scenarios to quantify impact of fishing on functional diversity</a:t>
            </a:r>
          </a:p>
          <a:p>
            <a:pPr lvl="1"/>
            <a:r>
              <a:rPr lang="en-US" dirty="0"/>
              <a:t>Shiny App interface developed and in testing</a:t>
            </a:r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5D76EE3-8E1E-4A4F-1AFE-0D7092518D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58"/>
          <a:stretch/>
        </p:blipFill>
        <p:spPr>
          <a:xfrm>
            <a:off x="1012790" y="3619099"/>
            <a:ext cx="9695333" cy="328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3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62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Population Demographics</vt:lpstr>
      <vt:lpstr>Multispecies Model of North Sea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Population Demographics</dc:title>
  <dc:creator>Keith, David (DFO/MPO)</dc:creator>
  <cp:lastModifiedBy>Keith, David (DFO/MPO)</cp:lastModifiedBy>
  <cp:revision>2</cp:revision>
  <dcterms:created xsi:type="dcterms:W3CDTF">2025-06-09T08:05:11Z</dcterms:created>
  <dcterms:modified xsi:type="dcterms:W3CDTF">2025-06-09T08:29:31Z</dcterms:modified>
</cp:coreProperties>
</file>