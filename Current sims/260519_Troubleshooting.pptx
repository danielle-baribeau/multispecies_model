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E49508F-577C-47AE-9713-76A9AF8F3854}">
          <p14:sldIdLst>
            <p14:sldId id="258"/>
            <p14:sldId id="257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COMPARING TD" id="{00504B93-8187-4F1A-AC71-6CDBAAD4909B}">
          <p14:sldIdLst>
            <p14:sldId id="270"/>
            <p14:sldId id="271"/>
            <p14:sldId id="272"/>
          </p14:sldIdLst>
        </p14:section>
        <p14:section name="ADDING REMOVALS" id="{C6D85665-11E5-46D0-A763-EC3F0E73AFEB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93" d="100"/>
          <a:sy n="93" d="100"/>
        </p:scale>
        <p:origin x="247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8B67BA-367F-4C4E-AFAD-73B15BD9BDE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B2A68-C624-4534-BC8F-DE47EC513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19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Community biomass (</a:t>
            </a:r>
            <a:r>
              <a:rPr lang="en-US" dirty="0" err="1"/>
              <a:t>darkblue</a:t>
            </a:r>
            <a:r>
              <a:rPr lang="en-US" dirty="0"/>
              <a:t>) and K (</a:t>
            </a:r>
            <a:r>
              <a:rPr lang="en-US" dirty="0" err="1"/>
              <a:t>lightblue</a:t>
            </a:r>
            <a:r>
              <a:rPr lang="en-US" dirty="0"/>
              <a:t>). K looks really good, but biomass is too 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880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silver hake – K is in right spot, but biomass never getting up to its K</a:t>
            </a:r>
          </a:p>
          <a:p>
            <a:r>
              <a:rPr lang="en-US" dirty="0"/>
              <a:t>Stock K is starting at last year’s biomass! Could this be the problem?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132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19456-6368-77CA-CAF2-27F33C9F1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B21DB2-9005-16CB-F1D3-24AE03B71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7B7AB0-6858-9549-5C86-6A84B06520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pattern for redfish!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CB51B-61BE-DD28-403A-F2CCDEE93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16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E68E7-3582-70FB-D6BE-575FE36E1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A33154-8FE3-48FE-761F-A3BB35B0D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F46E79-096E-F781-6EF1-42A782EC0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 being same last </a:t>
            </a:r>
            <a:r>
              <a:rPr lang="en-US" dirty="0" err="1"/>
              <a:t>last</a:t>
            </a:r>
            <a:r>
              <a:rPr lang="en-US" dirty="0"/>
              <a:t> year not happening in longfin hake! This is more the pattern we’d expect (maybe because </a:t>
            </a:r>
            <a:r>
              <a:rPr lang="en-US" dirty="0" err="1"/>
              <a:t>ts</a:t>
            </a:r>
            <a:r>
              <a:rPr lang="en-US" dirty="0"/>
              <a:t> is spikier?). Stock is still too 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572BC-0E28-B4A7-90AF-7BA8ED835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41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Smooth skate does starting thing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4075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142A7-439C-D1BE-14E8-D7F3DD246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805CB3-CA22-4E0A-C8C9-7A43BA21A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D784F4-56AF-760A-D257-0C552FB86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3F390-2FE7-7F9F-450E-82B1EB9C3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13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DE7BC-DB72-D39F-0AA8-CA6293AF1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2D4965-C7E4-5164-7874-788C05D3D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054F53-77E5-DA73-2A04-A5771656D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Cod’s K is slightly above median, but biomass still isn’t getting 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12666-7566-E7BE-08F0-AA18BCC748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65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with thorny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558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CE45A-7337-E37B-6D61-576A9C9A8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FAFF27-0C09-EABE-150B-987DE21A9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F69B66-9DAD-4193-2A9E-7C552A231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with thorny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4D0EF-A0B0-E0D2-50C4-CFB7338EC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270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TD is better, but still a bit 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513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 increased compared to original TS; biomass is a bit higher but still consistently below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9784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of a positive effect on redfish than seen in silver hake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44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6C6F-509B-1785-06EB-D96578722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83DE0-0E23-FB07-D49E-C174789081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E0B90-238E-E7F2-F1F6-948714072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81137-B5CC-41FD-BF20-B6531BDE739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FA58D-267E-71B9-296E-94B2FDCA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3EFBF-B36D-B831-3937-B18C7EAC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6020-2C64-401B-942E-F14C0EA24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78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3BDF8-42B3-A006-CCCD-C659DD1A3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0C6FA-4C59-84F7-63DE-5E94816EE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1BB27-3480-98B1-9863-DC64C78AC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81137-B5CC-41FD-BF20-B6531BDE739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FE56A-50BD-307E-A0C3-CD4EE8932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D4567-FBFF-22AD-46F0-F5752CE86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6020-2C64-401B-942E-F14C0EA24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008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39937-51AB-0269-8EC2-BFFDFC86A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8D739-313E-A368-4D65-B84D835C3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A41DB-14EB-FE7B-E1B3-28407F784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81137-B5CC-41FD-BF20-B6531BDE739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01889-F708-B38F-8914-A9D98F577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94534-D294-87EF-D12A-84EFCDDDE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6020-2C64-401B-942E-F14C0EA24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86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4AF97-C145-5B69-92F9-B40E61870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02D44-912D-B32D-F0DF-8838299988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766EB-1FBC-66EC-41A2-6F5D11BE9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FC80D-4526-C39E-39AD-1256C7D32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81137-B5CC-41FD-BF20-B6531BDE739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22D01-765E-664A-04F4-BB08FD3DF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0A220-C5E2-E70F-955F-B7893C06F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6020-2C64-401B-942E-F14C0EA24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14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114F6-B087-8395-619C-E9FF9616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AD90F-8346-11A3-E001-DB82A6543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88B37-1B65-8308-DECE-0637BE3EC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90E265-CD5D-6772-035D-7580B4FE14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9B93C7-7D98-813D-D2D1-28F33B120C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FD684E-963D-7EC9-F3CA-C2453694B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81137-B5CC-41FD-BF20-B6531BDE739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35FB8C-D5EA-5B11-D6A3-A7027AA17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7A34A3-D607-D7AD-8A27-4F1D258B1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6020-2C64-401B-942E-F14C0EA24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436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2D3AC-4F33-85EF-4FE1-65335F365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7672C9-9B20-AFEB-2E95-8C56D8108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81137-B5CC-41FD-BF20-B6531BDE739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59B5C9-4DA9-B7D8-AA21-039D00393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E2340-3710-0526-0B96-604820629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6020-2C64-401B-942E-F14C0EA24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294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427E14-F195-5A56-ED83-2CBC224D0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81137-B5CC-41FD-BF20-B6531BDE739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D71AC-B70D-0754-0BD0-9F753A653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F2E29-80F4-7DA6-BD0C-F14E12613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6020-2C64-401B-942E-F14C0EA24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84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53C63-5A3D-5444-686D-345BAFB79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B00C1-0F90-8CA9-5095-AA58BA1C8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9B67C3-9C34-A4F0-1ED0-5ABF45052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703F0-B21F-566D-95F5-FAF3A6BD0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81137-B5CC-41FD-BF20-B6531BDE739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5C3F1-7826-6DDE-5F8A-9E2C79F96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B8625-EBFE-4D15-DD9D-6CF5FC5D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6020-2C64-401B-942E-F14C0EA24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976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C6530-74FA-7C4F-3898-24058C0F0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C7D11B-90B5-49D5-2EFC-5BB75D42CE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BFFA0-A262-CDAA-BF93-0AD85BE59F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A2C70-E761-A2B7-F420-D5372BB1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81137-B5CC-41FD-BF20-B6531BDE739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C5B5E-FD8D-7E85-D8D5-FC34140D7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E765E-C02D-62E3-0E8C-F458377F7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6020-2C64-401B-942E-F14C0EA24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987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CF73C-D72B-067E-2DEB-4DCC0971B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174E7-008C-BC76-66C6-25E6FC4BB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97148-49C9-9018-9397-62473E5C2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81137-B5CC-41FD-BF20-B6531BDE739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D5FBC-5638-CD59-13FE-2AB8AA2FF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3D24B-CE78-A1B6-F2DF-A7140322C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6020-2C64-401B-942E-F14C0EA24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97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C363C3-716D-5BE6-1B4E-7C0B099DAB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7B4AEC-A17E-2E6C-E394-D59693314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DC694-A760-3DCF-B25E-C39F3EA01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81137-B5CC-41FD-BF20-B6531BDE739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50015-AEFF-4AC7-7E0C-83B20FF07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7EC2B-E0AE-2418-DE06-2A5D5E101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6020-2C64-401B-942E-F14C0EA24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82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10940-796D-72EC-4A01-356C8DBC5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8F77E-6B91-D4B8-4FE8-D583CB624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EDDD0-5F00-E0F7-18C4-74D286A21B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81137-B5CC-41FD-BF20-B6531BDE739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A0D0-EB0B-EBE1-ADB7-9D9D6C463F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A3EA7-D17F-82DD-D29F-5171ADEF8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076020-2C64-401B-942E-F14C0EA24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41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937E5-20D1-1021-1CC0-6B4FA55E2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Troubleshooting low community biomass in BU-Neutral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EC4C6-7A0D-1015-54DD-42B1EA5CE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25 sims</a:t>
            </a:r>
          </a:p>
          <a:p>
            <a:r>
              <a:rPr lang="en-US" dirty="0"/>
              <a:t>Reset sim to pre-May 1 and ran with original data – looked OK for 10 sims, but problem showed up at 25 sims; problem existed before May 1</a:t>
            </a:r>
          </a:p>
        </p:txBody>
      </p:sp>
    </p:spTree>
    <p:extLst>
      <p:ext uri="{BB962C8B-B14F-4D97-AF65-F5344CB8AC3E}">
        <p14:creationId xmlns:p14="http://schemas.microsoft.com/office/powerpoint/2010/main" val="301135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2D5B78-DED9-9459-F57E-0009535CE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36" y="0"/>
            <a:ext cx="121163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340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499322-7EDD-AAC9-DCD4-D7E0F9D2D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73" y="0"/>
            <a:ext cx="119228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2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9E0CA-068B-CF2A-A652-65F5D441B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A6B37D-3AA0-772A-BBBF-D55726243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0" y="0"/>
            <a:ext cx="121397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23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077FC-85C6-5B1D-1C0F-2660CC5A4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287CF4E-214D-EABD-9F3C-3C3BEC9CB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22" y="0"/>
            <a:ext cx="119825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71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328428-5CB0-9BEE-DC00-1432DEA9E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0" y="0"/>
            <a:ext cx="120538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96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691C6B-2ED2-D9F1-01A1-9E2D18925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01" y="0"/>
            <a:ext cx="118569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97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A2E91-8D37-7EA2-8098-57CF57E89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4F3C8E-74E2-569C-5BD8-C53A9006F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9" y="0"/>
            <a:ext cx="12065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463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141D8-E2D6-29C3-F190-04BF4E8B4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C4B47F-1C01-D93A-304F-69361C9DB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8" y="0"/>
            <a:ext cx="120722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368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7AB9A-7F7D-062C-B8AC-3B1082CC7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F274A0-FCF0-B90A-04CB-9A8158F21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1" y="0"/>
            <a:ext cx="120379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312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4AA8D1-028B-F533-58C2-DEBA7063C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51" y="0"/>
            <a:ext cx="120212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810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7C09E-E968-3F2B-497E-D1FF76B7E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45F20A-605B-F46F-80BE-BA39AE718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72" y="0"/>
            <a:ext cx="118680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12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EB289E-050D-CEA1-A4B1-FE071CDDA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3" y="0"/>
            <a:ext cx="1216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391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16E6E4-AF6D-01F6-31EB-909AB9A0E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5" y="0"/>
            <a:ext cx="120141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939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5CE251-F026-C510-E00A-92D32BFE2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08" y="0"/>
            <a:ext cx="119737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291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E255EE-F2F7-4251-28C4-0FCE61660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09" y="0"/>
            <a:ext cx="118575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443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A6CD1D-3A55-10F3-A98C-B834E323F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9" y="0"/>
            <a:ext cx="120684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456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634377-013F-5F5D-BFAE-2B6EC5A33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36" y="0"/>
            <a:ext cx="119489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568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2548BF-05CD-BD9C-F1ED-64F2F542D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2" y="0"/>
            <a:ext cx="12136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972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2574</TotalTime>
  <Words>201</Words>
  <Application>Microsoft Office PowerPoint</Application>
  <PresentationFormat>Widescreen</PresentationFormat>
  <Paragraphs>27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Troubleshooting low community biomass in BU-Neutral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Danielle Baribeau</dc:creator>
  <cp:lastModifiedBy>Danielle Baribeau</cp:lastModifiedBy>
  <cp:revision>5</cp:revision>
  <dcterms:created xsi:type="dcterms:W3CDTF">2026-05-19T13:51:26Z</dcterms:created>
  <dcterms:modified xsi:type="dcterms:W3CDTF">2026-05-22T11:43:29Z</dcterms:modified>
</cp:coreProperties>
</file>