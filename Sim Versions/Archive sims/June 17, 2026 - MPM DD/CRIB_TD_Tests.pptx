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5" r:id="rId17"/>
    <p:sldId id="271" r:id="rId18"/>
    <p:sldId id="272" r:id="rId19"/>
    <p:sldId id="273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29177-535C-4B1F-AD89-7E34D7AD84C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EADAE-D494-41FF-BEC3-AF445966C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98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is redfish, lowest is thorny skate/monkfish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72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is inputted median, boxplot is simulated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78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1650-44D5-43DD-0669-89C6098B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DC144-1D44-931E-1D02-4EC156752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BAED5-CB76-00D9-0A14-EF14DE635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is inputted median, boxplot is simulated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3C866-A7C9-5210-219E-6553DF87D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9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7471-A00B-C9C5-C34C-16D2BA4F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4138C-7D21-204D-522F-94E63E6EA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2484A-785E-88C5-5969-B0866B065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is inputted median, boxplot is simulated</a:t>
            </a:r>
          </a:p>
          <a:p>
            <a:r>
              <a:rPr lang="en-US" dirty="0"/>
              <a:t>Still seems to cover patterns in inputs (species with overlapping SDs still overlap)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3B8CB-5B59-D116-A2FC-77B54EAEC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24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9B21-6E9E-7627-2CF4-13EB73BF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8BD06-C006-2F39-9B42-1F06E9960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918BA-2E79-3067-0A2C-C6BA6B945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1 sim</a:t>
            </a:r>
          </a:p>
          <a:p>
            <a:r>
              <a:rPr lang="en-US" dirty="0"/>
              <a:t>In logit, ones below 0.5 will be negative (in </a:t>
            </a:r>
            <a:r>
              <a:rPr lang="en-US" dirty="0" err="1"/>
              <a:t>eqn</a:t>
            </a:r>
            <a:r>
              <a:rPr lang="en-US" dirty="0"/>
              <a:t>, subtracting a negative so that means space is added to these stocks)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7F8EE-E27F-B3A4-0DB4-734A6BFE0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7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9F29-72FB-2522-8D20-23B12B7D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5C278-03D7-EAF3-CEB1-60CB2B45B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E1A8A-5AC7-F62E-42A5-EDFA9A83C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1 sim, larges, year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9E2F6-35C0-8811-B1EB-E92FE12A3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17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F370-54E6-C66D-EBB6-030C3A5C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DBF0B-F0A3-F817-D5F1-2C4329B07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A25C6-D0A4-2787-9F41-18DF9376D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1 sim, larges, year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09277-3D49-5CB0-E1E9-284B277F2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44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0FE1-1EF4-6808-7EE2-A72A95762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A2880-45C7-6FCE-4AF5-E2946A4F2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E50CD-D871-21FE-928A-576A0151B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1 sim, larges, year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AC87B-E15D-66EE-2B15-B1B7B417E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1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DC36-C750-07EA-425C-E787666F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7C4A4-78B0-A0D0-0039-779EF9E1B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44F2B-761F-A63C-5B87-493946597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1 sim, mediums, year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FCACE-DF51-18AA-A21A-C8000DD03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78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BA21-402C-10D6-71EA-FF082BF4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AA6CB-DE32-984C-0A9F-32BDE799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8D9A0-6193-EF39-7281-0E6ADE86F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1 sim, mediums, year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B92DA-8340-4FC4-C904-411540590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68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sims, no fish</a:t>
            </a:r>
          </a:p>
          <a:p>
            <a:r>
              <a:rPr lang="en-US" dirty="0"/>
              <a:t>Cod and haddock should be doing more similar things to redfish – think our density dependence rules are too strong?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36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6F89-BD07-4917-DD09-A712F6C8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3362E-E2D2-A21C-F426-0B528043A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41A3F-7CF5-571D-3AD0-379F38484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sims, no fish</a:t>
            </a:r>
          </a:p>
          <a:p>
            <a:r>
              <a:rPr lang="en-US" dirty="0"/>
              <a:t>Cod and haddock should be doing more similar things to redfish – think our density dependence rules are too strong?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C13BC-4A53-0DC7-4C86-D71D4C752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03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1DFD9-6EE8-90E8-9AEF-E628C441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F8916-569D-D097-F424-81FFE6664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F8876-762D-4415-1C47-3CB5330A9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sims, no fish</a:t>
            </a:r>
          </a:p>
          <a:p>
            <a:r>
              <a:rPr lang="en-US" dirty="0"/>
              <a:t>Cod and haddock should be doing more similar things to redfish – think our density dependence rules are too strong?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F5779-7EBB-14D6-CED2-9D4C6E071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0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78AF-860A-22F9-EE58-29758693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D7653-05C3-0608-59C4-6E7548677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ACC1A-8A0D-AB48-D8BB-A4A6670FF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sims, no fish, p = 1</a:t>
            </a:r>
          </a:p>
          <a:p>
            <a:r>
              <a:rPr lang="en-US" dirty="0"/>
              <a:t>Everyone looks too happy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0347B-5AD5-1493-955E-EEFACB3A8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83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9881-AAF3-78A6-F531-AAAE76F2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5F0D9-5F77-B8A4-F577-F905DFCE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0838E-5E93-584D-8D92-33ABF2F1B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CRIB scores are predicted well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A5183-9ED8-3D7C-56DE-2D2D11E30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8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2AEC-F6CF-B04A-29A7-5C033AA7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169DC-988D-4C0B-F6F7-845F6E420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55B8E-BBCD-2533-1A48-C5E8B6C0D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should be suffering more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60614-08D6-324C-9EF6-7E4CCC5EF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64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5F59-6E4F-E33D-4D57-880404F9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7E5A4-23DA-117C-1814-55763B60B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DFBB2-6DED-7230-9641-058C82E08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sims, no fish, p = 10</a:t>
            </a:r>
          </a:p>
          <a:p>
            <a:r>
              <a:rPr lang="en-US" dirty="0"/>
              <a:t>Interesting!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79FFD-D5F6-406B-9623-855E32484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31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A135-09EE-1050-D70B-3C950B3A9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CE0C1-E418-A08D-DBE2-F797A07FD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4C561-BC99-94B9-7B2F-0CFFAF84A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CRIB scores are predicted well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0EA6B-3FEF-B197-C476-0F32A0EBA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622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8FBFA-DFD8-AD74-99B1-2D09E975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ED2EB-4B85-176C-078B-E84A9B9E7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45D3D-6C98-54F8-E8B1-E1C260829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Verrrry</a:t>
            </a:r>
            <a:r>
              <a:rPr lang="en-US" dirty="0"/>
              <a:t> interesting! May need a penalty on community size as well?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C22F7-C05B-D659-1A8D-0C92A48E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EADAE-D494-41FF-BEC3-AF445966CF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6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22D4-ECB1-F5B9-5559-5A50B6EAF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F8EDC-3AF7-CF96-C83F-8744242AE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82DA9-B89C-50B4-3617-36C86CC7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8F502-99BF-6824-7D87-834FFD68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05B4D-19D1-9071-73D9-5BEC42B2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6209-107E-911B-8710-CECBF7EA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9645-5B9D-A755-CB64-1D215580F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04389-BDB8-D334-18D5-14C1548A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490B4-F948-050C-04F8-BF0CB89B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CD866-57A8-34DE-6F76-B77AA889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0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2F7B-D07E-5A34-CF03-02840CCD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1191D-8A49-4E0F-5863-27F4499F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1EFC3-954A-5008-A9F7-85257224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DBFD8-596D-860C-5ED8-89C5AA6B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B1E00-BCF7-63DF-767D-AEE0E9AC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72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3E07-FE2B-5359-8BCE-0A4E9033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6BC7D-9B1F-5C5E-BB2A-BE79BB6A6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CAE0F-3F21-FE5D-D168-EDA92E16A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2838F-4021-EC20-DFCB-532F46BA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7C393-83BB-7EE1-EDE1-76E7F61E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E5C6F-19F0-E79C-A68D-21617654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5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F17E-D61F-C405-9220-B58A9FB7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E3485-7D87-0DE8-CC01-C266FBC59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A424C-D40E-80FD-5966-40F0D6534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D2F2B-8695-F0A8-54D2-9E22B8D1F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8BC5E-14B7-A8F6-F8C6-409E5CE9C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7BAAC-8704-9039-4F47-6B7B7A0A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68DB8-DA80-B01F-DBE8-BDA4B6D6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E985E-4F08-DE41-7CC8-57EA3FC9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5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917E-79B1-9AD6-FA14-F88C2260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72988-80EB-2660-479E-EA3391F0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79479-EEF0-8CA6-9E91-43CA2C1B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20C6B-B9FC-474E-0E4A-6385009B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0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FE258-E1F7-92F2-BD1E-033A86922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FFB49-A0A7-ADEF-183E-92981C9E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E6210-DF71-02DA-73A9-EC13CCFC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EB77-636A-41CE-E90E-0EC2B9A2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F0ED5-5263-DEEC-8104-8F38B9D33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9B429-3A1A-E99D-E26B-01DE62DEE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073AD-B0B2-A3F7-E2BF-84F2BAF1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241F6-0256-9203-E708-C1499F60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9B3F-C438-2837-1AA0-C5BE020C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2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608D-8AD7-0F95-63B8-4A811FF7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5E81A-6C64-4291-EE03-643A00D88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A54BF-D96A-50BF-EC7E-D64DE72FD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3C317-15BF-3DB3-3B1D-72BD104A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DAB6E-6063-94A2-1B8F-634B84A0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95F58-E984-1B71-CADC-DEE0B1FD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9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0BF8-D89B-4DAE-22E6-B3DCF54C7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5B731-E2F1-58B4-8F7D-ED076B694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312A-92C4-0DF8-7CA2-56AE0C35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DF906-5873-B665-7C32-5320A29C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6058A-F2BC-CCC6-CF46-2D4CB955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0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74C41-92FC-A39A-C301-B5113A6A5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4497C-1C0E-DC21-B306-D458A1ADA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D324E-5F98-CFC3-58DA-55AC04EB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4B235-5EA4-B28A-FFB0-5CE9A83B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EA830-B138-69E4-9944-8D14E44F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68851-7688-955B-C036-69557D2F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70EE9-6361-1DEA-DAAE-8C259035E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63A36-C0FB-9EA0-D23C-F134DDE34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A9BD0-2400-4133-AAA5-2A836807915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985F8-5A5E-5A7A-EA3A-6EC9BDE88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ED799-3088-A1FD-15AD-3A7E80156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9F658-E97A-417C-B8E5-89F6018C9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8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1573-1EC6-96A3-E98E-1FB4DE93B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CRIB TD model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2522-35CF-ADC8-B9E9-A51774E2C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June 19, 2026</a:t>
            </a:r>
          </a:p>
        </p:txBody>
      </p:sp>
    </p:spTree>
    <p:extLst>
      <p:ext uri="{BB962C8B-B14F-4D97-AF65-F5344CB8AC3E}">
        <p14:creationId xmlns:p14="http://schemas.microsoft.com/office/powerpoint/2010/main" val="368688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1A71-CEF9-2A6B-C3B1-6847ED91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67150-45CA-E62D-FF8E-B36EEB6E5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52453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CRIB, higher score = more vulnerable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average CRIB score for each species </a:t>
            </a:r>
          </a:p>
          <a:p>
            <a:pPr marL="0" indent="0">
              <a:buNone/>
            </a:pPr>
            <a:r>
              <a:rPr lang="en-US" dirty="0"/>
              <a:t>*IN SIM…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Sample CRIB score for each run of simulation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Rescale CRIB scores so that species are comparable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Logit transform (allows for winners (&gt; 0.5) and losers (&lt;0.5)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Divide by maximum value (everyone is a loser, but some lose more than others)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Wrote that this should be both in my notes, but ran into infinity during logit transform after rescaling – misunderstanding?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Chose by how much you want community to decline per year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Partition community decline among stocks based on CRIB scores:</a:t>
            </a:r>
          </a:p>
          <a:p>
            <a:pPr marL="0" indent="0">
              <a:buNone/>
            </a:pPr>
            <a:r>
              <a:rPr lang="en-US" dirty="0"/>
              <a:t>			Adjusted RP = RP - ((p/100)*RP*CRIB)</a:t>
            </a:r>
          </a:p>
        </p:txBody>
      </p:sp>
    </p:spTree>
    <p:extLst>
      <p:ext uri="{BB962C8B-B14F-4D97-AF65-F5344CB8AC3E}">
        <p14:creationId xmlns:p14="http://schemas.microsoft.com/office/powerpoint/2010/main" val="104335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311E-FE49-32A0-E6A6-6F7E168D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D056D0-E210-EB78-AEFB-D05B2F379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367" y="3076104"/>
            <a:ext cx="8382726" cy="36198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FCD0BC-143F-A2D4-63E8-8795ED5B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average CRIB score for each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04C28-B901-5F91-E02B-44D41148D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Longfin hake has no CRIB scores</a:t>
            </a:r>
          </a:p>
          <a:p>
            <a:r>
              <a:rPr lang="en-US" dirty="0"/>
              <a:t>Distribution of CRIB scores either right- or left-skewed for all species, so went with median instead of mean</a:t>
            </a:r>
          </a:p>
          <a:p>
            <a:r>
              <a:rPr lang="en-US" dirty="0"/>
              <a:t>Some SDs were &gt; 1</a:t>
            </a:r>
          </a:p>
        </p:txBody>
      </p:sp>
    </p:spTree>
    <p:extLst>
      <p:ext uri="{BB962C8B-B14F-4D97-AF65-F5344CB8AC3E}">
        <p14:creationId xmlns:p14="http://schemas.microsoft.com/office/powerpoint/2010/main" val="366931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AD20-84B4-CD7B-F2C6-E4A1C6CD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E5E3-166C-50A8-1986-8414C586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CRIB score for each run of simulation (building in uncertainty)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777E9-5AA2-E6BB-C8AE-1F7AC1E56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Sampling from random lognormal</a:t>
            </a:r>
          </a:p>
          <a:p>
            <a:endParaRPr lang="en-US" dirty="0"/>
          </a:p>
          <a:p>
            <a:r>
              <a:rPr lang="en-US" dirty="0"/>
              <a:t>Is this right approach? Should SDs be logged too (broke sampling)?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FC4C3-6F5E-CF9F-62C0-65B8F689C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10" y="1992916"/>
            <a:ext cx="10105331" cy="42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2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189A-8027-2F2B-1F53-26659DC9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00C1-D82A-37A5-BC9A-8ED2C960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CRIB score for each run of simulation (building in uncertainty)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44C5-B3D7-22ED-2D7D-A2F61EEDC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Some SDs were &gt; 1</a:t>
            </a:r>
          </a:p>
          <a:p>
            <a:r>
              <a:rPr lang="en-US" dirty="0"/>
              <a:t>Tried resampling, upping number of sims to 100 and dividing SD by 2 – no luck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ECF92-3DEF-8362-2395-5DB7788D0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903" y="2539489"/>
            <a:ext cx="6997307" cy="39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2281F6-2AD9-AC0E-CFCF-1753C9969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" y="0"/>
            <a:ext cx="12113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5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EE55-E05D-8F8B-461E-5D899033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47AE-5920-F0C7-0DA4-AF148B2A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CRIB score for each run of simulation (building in uncertainty)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A2373-EE90-5AD5-71BF-D20FCB5E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Setting all SDs to 0.1 (no resampling)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DB0812-A28C-2FF0-A779-50324BBF8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495" y="2204460"/>
            <a:ext cx="8048729" cy="4578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724A32-41C8-E252-156C-5275C993D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195" y="1890082"/>
            <a:ext cx="5925063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5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4FA9A-2B6F-C2CC-9B96-CE5F62E3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2015-FFD8-4D17-7C1E-D79C861C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Rescale CRIB scores so that species are comparable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0E50B-E267-91C1-7051-A51C333D9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Currently done inside sim – better to rescale outside?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B27709-2CC0-0246-02A9-9D2111FE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64" y="2091364"/>
            <a:ext cx="11314937" cy="419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2037B-2CD6-A8C5-F658-D8A57F7C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62B6-2D4C-1533-DAD5-69CE951B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Partition community decline among stocks based on CRIB scores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49D2-81E9-3316-2615-9AE7EB9D1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Adjusted RP = RP - ((p/100)*RP*CRIB)</a:t>
            </a:r>
          </a:p>
          <a:p>
            <a:r>
              <a:rPr lang="en-US" dirty="0"/>
              <a:t>Logit version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p = 1 gives 99.8% of FG left, p=2 gives 99.7%, etc. (consistent pattern of -0.1%)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08040D-D7A3-6521-05F9-496B5575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714" y="2396400"/>
            <a:ext cx="8104572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26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EC03-E1B4-7C36-BFA9-B8EA835C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8701-0081-1562-7708-35C95980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Partition community decline among stocks based on CRIB scores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0333-CCC6-68E0-C9B4-EC185B32E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Adjusted RP = RP - ((p/100)*RP*CRIB)</a:t>
            </a:r>
          </a:p>
          <a:p>
            <a:r>
              <a:rPr lang="en-US" dirty="0"/>
              <a:t>Maximum version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p = 1 gives 99.2% of FG left, p=2 gives 98.5%, etc. (consistent pattern, -0.7%)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8A675-3123-6FB7-F795-FA0B9458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101" y="2396400"/>
            <a:ext cx="8039797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9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AC14-A591-9F40-076C-AC9331C2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6D91-BCE0-F0A4-BF28-AB435345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Partition community decline among stocks based on CRIB scores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4AE4-7874-8D23-17F6-D33418C5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Env deg set by user is maximum potential decline in stock resources</a:t>
            </a:r>
          </a:p>
          <a:p>
            <a:r>
              <a:rPr lang="en-US" dirty="0"/>
              <a:t>Change in resource pool could be less, but can never exceed env deg</a:t>
            </a:r>
          </a:p>
          <a:p>
            <a:r>
              <a:rPr lang="en-US" dirty="0"/>
              <a:t>Does this make sense?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99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7D59-F6D0-0242-5851-B7930664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5AF5-6E50-9A6B-2D7C-83AF4678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Partition community decline among stocks based on CRIB scores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9ACC-BACD-5454-691F-4D6814D40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Adjusted RP = RP - ((p/100)*RP*CRIB)</a:t>
            </a:r>
          </a:p>
          <a:p>
            <a:r>
              <a:rPr lang="en-US" dirty="0"/>
              <a:t>Logit version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Same </a:t>
            </a:r>
            <a:r>
              <a:rPr lang="en-US" dirty="0" err="1"/>
              <a:t>behaviour</a:t>
            </a:r>
            <a:r>
              <a:rPr lang="en-US" dirty="0"/>
              <a:t> as larges in terms of FG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F8025-F0B2-1AD8-88F6-720BDCFF0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040" y="2529592"/>
            <a:ext cx="9878257" cy="217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36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6E77-8B0F-8331-7016-2F6E88A1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814D-C573-1019-1320-19D89423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Partition community decline among stocks based on CRIB scores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DB10-F7EF-3D32-FE00-826583EB5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/>
          </a:bodyPr>
          <a:lstStyle/>
          <a:p>
            <a:r>
              <a:rPr lang="en-US" dirty="0"/>
              <a:t>Adjusted RP = RP - ((p/100)*RP*CRIB)</a:t>
            </a:r>
          </a:p>
          <a:p>
            <a:r>
              <a:rPr lang="en-US" dirty="0"/>
              <a:t>Maximum version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FG declines by 0.5% as p increases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37949-C7BA-8B0C-7575-BD638B0CD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214" y="2495469"/>
            <a:ext cx="8325571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1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A30A-84A2-51A5-D8C2-5059B58F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- logit</a:t>
            </a:r>
          </a:p>
        </p:txBody>
      </p:sp>
    </p:spTree>
    <p:extLst>
      <p:ext uri="{BB962C8B-B14F-4D97-AF65-F5344CB8AC3E}">
        <p14:creationId xmlns:p14="http://schemas.microsoft.com/office/powerpoint/2010/main" val="425035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6203-DF6C-ECAB-0ADC-F5522053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872C-9254-3555-D576-26F21742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- logit</a:t>
            </a:r>
          </a:p>
        </p:txBody>
      </p:sp>
    </p:spTree>
    <p:extLst>
      <p:ext uri="{BB962C8B-B14F-4D97-AF65-F5344CB8AC3E}">
        <p14:creationId xmlns:p14="http://schemas.microsoft.com/office/powerpoint/2010/main" val="1040238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B42D-B306-7AB7-6F91-3F3EE5C8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1A02-A4B1-8BCE-9A03-B399B78B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- logit</a:t>
            </a:r>
          </a:p>
        </p:txBody>
      </p:sp>
    </p:spTree>
    <p:extLst>
      <p:ext uri="{BB962C8B-B14F-4D97-AF65-F5344CB8AC3E}">
        <p14:creationId xmlns:p14="http://schemas.microsoft.com/office/powerpoint/2010/main" val="136634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204A-9F0B-A279-8BD8-23023861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344F-B8BC-A7FD-1D55-CA7F44EE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- maximum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99CAD-7156-3581-5935-9596EC591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41" y="607593"/>
            <a:ext cx="10533776" cy="61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08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5CD0-0F8C-F682-E11D-A649B2EA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1F05-1177-8F33-4F7B-189D0C3A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- maximum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6E4B9-1C76-DFE4-F1E8-D6C8DCEAF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84" y="650722"/>
            <a:ext cx="9913953" cy="573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80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941D5-566E-4441-A11B-2E2C96E5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5A29-E999-031E-101F-11B34E82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- maximum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F5AB5-1C2D-7187-01B7-8750E166C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27" y="545046"/>
            <a:ext cx="10807772" cy="625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C8E4-2E30-3B1A-8DAC-D39AB22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9CE8-8A59-60CD-CB3E-C591DF423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– maximum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B2DAB-D142-9D24-194F-2F9F9CD7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03" y="641632"/>
            <a:ext cx="10746368" cy="618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60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91F8-9987-42C7-E533-3FE06FFD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642A-881A-FDD0-F1A4-33A17931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– maximum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A2FDF-D1B7-CCD7-9FA6-0F575951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664" y="692482"/>
            <a:ext cx="10115142" cy="592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87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EFD3-9FC7-29A7-1D31-BDE743615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9918-D529-4B15-C625-7AB578C3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93632"/>
            <a:ext cx="10515600" cy="1325563"/>
          </a:xfrm>
        </p:spPr>
        <p:txBody>
          <a:bodyPr/>
          <a:lstStyle/>
          <a:p>
            <a:r>
              <a:rPr lang="en-US" dirty="0"/>
              <a:t>Runs – maximum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091BF-F9CF-4492-7C2B-FB9DEEB17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20" y="551113"/>
            <a:ext cx="11199621" cy="657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5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6020</TotalTime>
  <Words>810</Words>
  <Application>Microsoft Office PowerPoint</Application>
  <PresentationFormat>Widescreen</PresentationFormat>
  <Paragraphs>123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CRIB TD model development</vt:lpstr>
      <vt:lpstr>General process</vt:lpstr>
      <vt:lpstr>Get average CRIB score for each species</vt:lpstr>
      <vt:lpstr>Sample CRIB score for each run of simulation (building in uncertainty)</vt:lpstr>
      <vt:lpstr>Sample CRIB score for each run of simulation (building in uncertainty)</vt:lpstr>
      <vt:lpstr>PowerPoint Presentation</vt:lpstr>
      <vt:lpstr>Sample CRIB score for each run of simulation (building in uncertainty)</vt:lpstr>
      <vt:lpstr>Rescale CRIB scores so that species are comparable</vt:lpstr>
      <vt:lpstr>Partition community decline among stocks based on CRIB scores    </vt:lpstr>
      <vt:lpstr>Partition community decline among stocks based on CRIB scores    </vt:lpstr>
      <vt:lpstr>Partition community decline among stocks based on CRIB scores    </vt:lpstr>
      <vt:lpstr>Partition community decline among stocks based on CRIB scores    </vt:lpstr>
      <vt:lpstr>Partition community decline among stocks based on CRIB scores    </vt:lpstr>
      <vt:lpstr>Runs - logit</vt:lpstr>
      <vt:lpstr>Runs - logit</vt:lpstr>
      <vt:lpstr>Runs - logit</vt:lpstr>
      <vt:lpstr>Runs - maximum</vt:lpstr>
      <vt:lpstr>Runs - maximum</vt:lpstr>
      <vt:lpstr>Runs - maximum</vt:lpstr>
      <vt:lpstr>Runs – maximum 2</vt:lpstr>
      <vt:lpstr>Runs – maximum 2</vt:lpstr>
      <vt:lpstr>Runs – maximum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14</cp:revision>
  <dcterms:created xsi:type="dcterms:W3CDTF">2026-06-17T13:13:59Z</dcterms:created>
  <dcterms:modified xsi:type="dcterms:W3CDTF">2026-06-22T17:11:31Z</dcterms:modified>
</cp:coreProperties>
</file>