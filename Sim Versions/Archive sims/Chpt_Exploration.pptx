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istorical reconstruction" id="{9F9BF894-C150-452B-A6D5-F0464795EA7C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80D90-2E1B-4146-B0F4-B98AABA38A8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CDF97-3339-4EC8-8C02-5688117FF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9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sims, no fish, no env deg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DF97-3339-4EC8-8C02-5688117FF6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45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9980-80B4-80DE-C004-74E534771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420C6-2F9E-438F-B7BF-C001EA287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A5FFE-B561-7A37-AEC9-0E977487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F27E1-47ED-F4E5-857C-0DB68F26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4F365-10F8-2041-29EB-FA0C743A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58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8594-8393-B86C-E2B7-BCF4EA64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0E2D7-700E-367A-D9EA-98B50C683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4FE32-02D7-3401-CEC1-5DDD54907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25A7E-507A-6DED-A460-10629FB6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E1CA-5BBC-123F-64D6-7AA9A952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85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7724-0D11-BE8E-2CB0-5E087318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E7BA9-28E0-8445-0916-07C143B8B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FD10-E441-E97F-D7F1-02A443DB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A4DA4-57A6-3480-47D5-23C17603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B911D-8540-9AA2-7A47-AE06CD19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1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8584-B7F2-3370-D2DD-36F1BDBB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B7DEA-CE87-B2AE-B16A-973D3BE15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BB665-0D24-9610-893B-F63D0BE3B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F8011-940A-45B6-AE2A-6EADB9799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3573D-BF71-4EDF-492D-22710CC2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9B471-2F88-46E3-158E-237E2B7A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ACDE-644A-F591-F826-F0E1D1E6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9A6A6-48BC-C616-D1E1-59223109C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8E8F3-EA92-84F2-0F35-45CD5D43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0104A-EDA0-BD22-D768-0166319E1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B4D1BE-4DE8-B265-C360-C53CAD859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6AB75-CC4D-9C94-FC8A-87B2B48E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B9BB5-A030-509F-79FE-AF975F6C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37275-A91C-776C-2902-B66754DA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40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A9AC-A2D1-B8FF-A29D-FB0A57EC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3470D-662F-7DCE-8500-55598A4A1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FFA8A-AC19-094E-E083-32851292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D5A18-B930-EBDC-03F9-E2951730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DCD7E-6787-AFC2-5D82-00E9C920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717F6-99CB-B8B4-001A-CA9902A0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F2B20-AE71-E2B7-1813-D5EEF455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0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ED9B-CCEE-BED3-97E8-E06ABB6AF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E0C78-250E-72E9-CF23-FEC8E49C8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C08FE-652C-E0EB-1EC6-558B405F2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718BB-02DD-8AC1-0E1A-0EDC26D0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AD594-D978-A47A-DDD6-F195ACC8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E3BBC-4A8B-BD2A-77D3-9CEB3EA5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5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9647-6DEC-28C7-AECF-9F247894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D89F3-D174-A6DE-3F8C-123505B7D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BB6B4-BBD4-E846-F026-DC32C8281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3087A-23D6-6487-6246-51E1475D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0466A-7F43-62C0-5B79-BE26C88A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63ECF-C197-2974-1CAF-2F5B6258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0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67C6-4F12-53B5-F7F9-53C62C5B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8B35A-3FCC-7D65-F6E8-A945E69EC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7E0DB-BB70-2630-5A29-0D8C9E763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4F43A-8001-2FAA-09BA-C98391D8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541D7-47C8-7DDB-DC69-2C451C98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0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6770D-CE6B-9D98-BF3C-2480FB2A5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1464C-D878-E4CC-77E1-393AEC448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4BA17-67B7-B4A7-5BBD-2774C207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AB505-DA17-A22B-34DB-99544CC4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2E2D0-2770-CFF3-6D28-84F0EE4F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4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82908B-3524-DBA6-5BE5-BDD23004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38497-7E65-8678-B0EA-74DBFCB73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31E02-CF84-8621-1A97-BCB1B0B98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237DA-E924-4669-AA6A-F8D04551C93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A55A-FC0A-8B1B-C4D4-89EEDC531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B719B-3CAA-C686-9F00-4E9646168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F8259-DC5D-4EA9-B458-3351F58E3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647F74-A19B-3552-4BAB-492E3E0F3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616" y="259152"/>
            <a:ext cx="7399661" cy="129551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48F3B43-75F6-332D-F890-1C31E2656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30250"/>
            <a:ext cx="6791779" cy="391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FD9B0A8-945A-F53B-2784-890CAA166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828" y="2130250"/>
            <a:ext cx="7237772" cy="410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397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10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Baribeau</dc:creator>
  <cp:lastModifiedBy>Danielle Baribeau</cp:lastModifiedBy>
  <cp:revision>2</cp:revision>
  <dcterms:created xsi:type="dcterms:W3CDTF">2026-06-23T13:44:06Z</dcterms:created>
  <dcterms:modified xsi:type="dcterms:W3CDTF">2026-07-07T18:41:44Z</dcterms:modified>
</cp:coreProperties>
</file>