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49508F-577C-47AE-9713-76A9AF8F3854}">
          <p14:sldIdLst>
            <p14:sldId id="258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MPARING TD" id="{00504B93-8187-4F1A-AC71-6CDBAAD4909B}">
          <p14:sldIdLst>
            <p14:sldId id="270"/>
            <p14:sldId id="271"/>
            <p14:sldId id="272"/>
          </p14:sldIdLst>
        </p14:section>
        <p14:section name="ADDING REMOVALS" id="{C6D85665-11E5-46D0-A763-EC3F0E73AFEB}">
          <p14:sldIdLst>
            <p14:sldId id="273"/>
            <p14:sldId id="274"/>
            <p14:sldId id="275"/>
          </p14:sldIdLst>
        </p14:section>
        <p14:section name="Ratios bm to K" id="{80434B5E-5F25-4960-BF59-151510AB6BE0}">
          <p14:sldIdLst>
            <p14:sldId id="276"/>
            <p14:sldId id="277"/>
            <p14:sldId id="278"/>
            <p14:sldId id="279"/>
          </p14:sldIdLst>
        </p14:section>
        <p14:section name="Checking lambdas at 1" id="{D19313F2-0349-4ED1-AF9F-AF0C32F61C96}">
          <p14:sldIdLst>
            <p14:sldId id="280"/>
            <p14:sldId id="281"/>
          </p14:sldIdLst>
        </p14:section>
        <p14:section name="New lambda setup" id="{2FD469D8-C62A-4295-B5E4-0B9E63982CB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B67BA-367F-4C4E-AFAD-73B15BD9BDE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B2A68-C624-4534-BC8F-DE47EC513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 biomass (</a:t>
            </a:r>
            <a:r>
              <a:rPr lang="en-US" dirty="0" err="1"/>
              <a:t>darkblue</a:t>
            </a:r>
            <a:r>
              <a:rPr lang="en-US" dirty="0"/>
              <a:t>) and K (</a:t>
            </a:r>
            <a:r>
              <a:rPr lang="en-US" dirty="0" err="1"/>
              <a:t>lightblue</a:t>
            </a:r>
            <a:r>
              <a:rPr lang="en-US" dirty="0"/>
              <a:t>). K looks really good, but biomass is too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80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silver hake – K is in right spot, but biomass never getting up to its K</a:t>
            </a:r>
          </a:p>
          <a:p>
            <a:r>
              <a:rPr lang="en-US" dirty="0"/>
              <a:t>Stock K is starting at last year’s biomass! Could this be the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3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9456-6368-77CA-CAF2-27F33C9F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21DB2-9005-16CB-F1D3-24AE03B71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B7AB0-6858-9549-5C86-6A84B0652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for redfish!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B51B-61BE-DD28-403A-F2CCDEE93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16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68E7-3582-70FB-D6BE-575FE36E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33154-8FE3-48FE-761F-A3BB35B0D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46E79-096E-F781-6EF1-42A782EC0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being same last </a:t>
            </a:r>
            <a:r>
              <a:rPr lang="en-US" dirty="0" err="1"/>
              <a:t>last</a:t>
            </a:r>
            <a:r>
              <a:rPr lang="en-US" dirty="0"/>
              <a:t> year not happening in longfin hake! This is more the pattern we’d expect (maybe because </a:t>
            </a:r>
            <a:r>
              <a:rPr lang="en-US" dirty="0" err="1"/>
              <a:t>ts</a:t>
            </a:r>
            <a:r>
              <a:rPr lang="en-US" dirty="0"/>
              <a:t> is spikier?). Stock is still too 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72BC-0E28-B4A7-90AF-7BA8ED835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4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Smooth skate does starting 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07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42A7-439C-D1BE-14E8-D7F3DD24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05CB3-CA22-4E0A-C8C9-7A43BA21A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784F4-56AF-760A-D257-0C552FB86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F390-2FE7-7F9F-450E-82B1EB9C3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3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E7BC-DB72-D39F-0AA8-CA6293AF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D4965-C7E4-5164-7874-788C05D3D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54F53-77E5-DA73-2A04-A5771656D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Cod’s K is slightly above median, but biomass still isn’t getting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12666-7566-E7BE-08F0-AA18BCC74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6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with thorny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55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E45A-7337-E37B-6D61-576A9C9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AFF27-0C09-EABE-150B-987DE21A9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69B66-9DAD-4193-2A9E-7C552A231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with thorny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D0EF-A0B0-E0D2-50C4-CFB7338EC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27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is better, but still a bit 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13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increased compared to original TS; biomass is a bit higher but still consistently below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78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of a positive effect on redfish than seen in silver hake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44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E1ACD-E3BE-C786-EE0E-1850D2E9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BB05F-4AE6-9E2B-35BB-536325F0C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0ECDE-1E30-2E5A-6694-A3FACC125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mean and median ratio </a:t>
            </a:r>
            <a:r>
              <a:rPr lang="en-US" dirty="0" err="1"/>
              <a:t>bm:K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80674-B3CE-3771-C254-C900C0680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59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EEF5-4C4B-14C2-FA4E-266E5E51D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83B6B-80C7-4F2C-63DD-2BB06AA9E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EF51B-F44D-5E5D-1A06-1218EB019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mean and median ratio </a:t>
            </a:r>
            <a:r>
              <a:rPr lang="en-US" dirty="0" err="1"/>
              <a:t>bm:K</a:t>
            </a:r>
            <a:r>
              <a:rPr lang="en-US" dirty="0"/>
              <a:t>, 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53D39-B39E-2C48-81CA-7BB0E06F2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23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no fish, 100 sims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32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C2DB-A250-6E7D-B37F-10FCEEED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FC79B-44C7-6551-9ABB-85116BCD8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D6AEE-2906-3983-2A18-AD1D583B0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no fish, 100 sims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2712E-D47E-C78A-9AAD-FEBE9FF44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07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no fish, 100 sims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42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 no fish, 100 sims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B2A68-C624-4534-BC8F-DE47EC513C3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12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6C6F-509B-1785-06EB-D96578722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83DE0-0E23-FB07-D49E-C17478908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E0B90-238E-E7F2-F1F6-94871407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FA58D-267E-71B9-296E-94B2FDCA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EFBF-B36D-B831-3937-B18C7EAC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7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BDF8-42B3-A006-CCCD-C659DD1A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C6FA-4C59-84F7-63DE-5E94816EE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1BB27-3480-98B1-9863-DC64C78A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E56A-50BD-307E-A0C3-CD4EE893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D4567-FBFF-22AD-46F0-F5752CE8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0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9937-51AB-0269-8EC2-BFFDFC86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D739-313E-A368-4D65-B84D835C3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A41DB-14EB-FE7B-E1B3-28407F78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01889-F708-B38F-8914-A9D98F57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94534-D294-87EF-D12A-84EFCDDD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AF97-C145-5B69-92F9-B40E6187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2D44-912D-B32D-F0DF-883829998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766EB-1FBC-66EC-41A2-6F5D11BE9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FC80D-4526-C39E-39AD-1256C7D3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22D01-765E-664A-04F4-BB08FD3D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0A220-C5E2-E70F-955F-B7893C06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14F6-B087-8395-619C-E9FF961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D90F-8346-11A3-E001-DB82A654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88B37-1B65-8308-DECE-0637BE3EC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0E265-CD5D-6772-035D-7580B4FE1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B93C7-7D98-813D-D2D1-28F33B12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D684E-963D-7EC9-F3CA-C2453694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5FB8C-D5EA-5B11-D6A3-A7027AA1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A34A3-D607-D7AD-8A27-4F1D258B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3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D3AC-4F33-85EF-4FE1-65335F36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672C9-9B20-AFEB-2E95-8C56D810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9B5C9-4DA9-B7D8-AA21-039D0039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E2340-3710-0526-0B96-60482062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9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27E14-F195-5A56-ED83-2CBC224D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D71AC-B70D-0754-0BD0-9F753A65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F2E29-80F4-7DA6-BD0C-F14E1261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8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3C63-5A3D-5444-686D-345BAFB7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B00C1-0F90-8CA9-5095-AA58BA1C8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B67C3-9C34-A4F0-1ED0-5ABF45052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703F0-B21F-566D-95F5-FAF3A6BD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5C3F1-7826-6DDE-5F8A-9E2C79F9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B8625-EBFE-4D15-DD9D-6CF5FC5D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7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6530-74FA-7C4F-3898-24058C0F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7D11B-90B5-49D5-2EFC-5BB75D42C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BFFA0-A262-CDAA-BF93-0AD85BE59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2C70-E761-A2B7-F420-D5372BB1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C5B5E-FD8D-7E85-D8D5-FC34140D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E765E-C02D-62E3-0E8C-F458377F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F73C-D72B-067E-2DEB-4DCC0971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174E7-008C-BC76-66C6-25E6FC4BB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7148-49C9-9018-9397-62473E5C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5FBC-5638-CD59-13FE-2AB8AA2F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3D24B-CE78-A1B6-F2DF-A7140322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7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363C3-716D-5BE6-1B4E-7C0B099DA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B4AEC-A17E-2E6C-E394-D59693314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C694-A760-3DCF-B25E-C39F3EA0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50015-AEFF-4AC7-7E0C-83B20FF0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EC2B-E0AE-2418-DE06-2A5D5E10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8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10940-796D-72EC-4A01-356C8DBC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8F77E-6B91-D4B8-4FE8-D583CB624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EDDD0-5F00-E0F7-18C4-74D286A21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81137-B5CC-41FD-BF20-B6531BDE739E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A0D0-EB0B-EBE1-ADB7-9D9D6C463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A3EA7-D17F-82DD-D29F-5171ADEF8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76020-2C64-401B-942E-F14C0EA24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4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37E5-20D1-1021-1CC0-6B4FA55E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low community biomass in BU-Neutral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C4C6-7A0D-1015-54DD-42B1EA5CE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 sims</a:t>
            </a:r>
          </a:p>
          <a:p>
            <a:r>
              <a:rPr lang="en-US" dirty="0"/>
              <a:t>Reset sim to pre-May 1 and ran with original data – looked OK for 10 sims, but problem showed up at 25 sims; problem existed before May 1</a:t>
            </a:r>
          </a:p>
        </p:txBody>
      </p:sp>
    </p:spTree>
    <p:extLst>
      <p:ext uri="{BB962C8B-B14F-4D97-AF65-F5344CB8AC3E}">
        <p14:creationId xmlns:p14="http://schemas.microsoft.com/office/powerpoint/2010/main" val="301135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D5B78-DED9-9459-F57E-0009535C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6" y="0"/>
            <a:ext cx="12116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99322-7EDD-AAC9-DCD4-D7E0F9D2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3" y="0"/>
            <a:ext cx="11922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E0CA-068B-CF2A-A652-65F5D441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A6B37D-3AA0-772A-BBBF-D5572624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0" y="0"/>
            <a:ext cx="12139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2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77FC-85C6-5B1D-1C0F-2660CC5A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87CF4E-214D-EABD-9F3C-3C3BEC9C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2" y="0"/>
            <a:ext cx="11982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7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28428-5CB0-9BEE-DC00-1432DEA9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0" y="0"/>
            <a:ext cx="12053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9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91C6B-2ED2-D9F1-01A1-9E2D1892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1" y="0"/>
            <a:ext cx="11856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9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2E91-8D37-7EA2-8098-57CF57E8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4F3C8E-74E2-569C-5BD8-C53A9006F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" y="0"/>
            <a:ext cx="12065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41D8-E2D6-29C3-F190-04BF4E8B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4B47F-1C01-D93A-304F-69361C9DB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8" y="0"/>
            <a:ext cx="12072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68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AB9A-7F7D-062C-B8AC-3B1082CC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F274A0-FCF0-B90A-04CB-9A8158F21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1" y="0"/>
            <a:ext cx="120379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1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AA8D1-028B-F533-58C2-DEBA7063C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1" y="0"/>
            <a:ext cx="12021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1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C09E-E968-3F2B-497E-D1FF76B7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45F20A-605B-F46F-80BE-BA39AE718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2" y="0"/>
            <a:ext cx="11868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12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EB289E-050D-CEA1-A4B1-FE071CDD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" y="0"/>
            <a:ext cx="1216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6E6E4-AF6D-01F6-31EB-909AB9A0E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5" y="0"/>
            <a:ext cx="12014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3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CE251-F026-C510-E00A-92D32BFE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8" y="0"/>
            <a:ext cx="11973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91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255EE-F2F7-4251-28C4-0FCE6166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9" y="0"/>
            <a:ext cx="11857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4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6CD1D-3A55-10F3-A98C-B834E323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9" y="0"/>
            <a:ext cx="1206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56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34377-013F-5F5D-BFAE-2B6EC5A33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6" y="0"/>
            <a:ext cx="11948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68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548BF-05CD-BD9C-F1ED-64F2F542D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2" y="0"/>
            <a:ext cx="12136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72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794F-72A1-E0C0-E11A-0CFC6284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83C54C-22BC-42A5-A741-33B71BF31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247" y="517025"/>
            <a:ext cx="2686283" cy="55249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729EEB-5652-C8F6-3C58-F6AEAFFD0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129" y="648222"/>
            <a:ext cx="2667231" cy="48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09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C1CD-D704-9E4C-5482-53DDD222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0EEDBE-7AEE-F623-AEF0-4F13CAAC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435" y="605795"/>
            <a:ext cx="2743438" cy="5494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F9A49-9996-B92C-5D3C-4A41E7489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132" y="605795"/>
            <a:ext cx="2655800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73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F5A42-4510-7722-D57A-4139F1586324}"/>
              </a:ext>
            </a:extLst>
          </p:cNvPr>
          <p:cNvSpPr txBox="1"/>
          <p:nvPr/>
        </p:nvSpPr>
        <p:spPr>
          <a:xfrm>
            <a:off x="2290156" y="170411"/>
            <a:ext cx="116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D92BC-AA5E-4DC2-3E48-3E9BE62C48D0}"/>
              </a:ext>
            </a:extLst>
          </p:cNvPr>
          <p:cNvSpPr txBox="1"/>
          <p:nvPr/>
        </p:nvSpPr>
        <p:spPr>
          <a:xfrm>
            <a:off x="7725294" y="170411"/>
            <a:ext cx="116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A9D75-F8D5-C0AD-B656-1200B78B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47" y="517025"/>
            <a:ext cx="2686283" cy="5524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4A954-7626-0D19-A7AE-1EE8863AF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248" y="547508"/>
            <a:ext cx="2743438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77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57300-C36A-13E7-9303-C64E9E8E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63BE07-AC2B-66B7-FF2F-AF245BF75ABE}"/>
              </a:ext>
            </a:extLst>
          </p:cNvPr>
          <p:cNvSpPr txBox="1"/>
          <p:nvPr/>
        </p:nvSpPr>
        <p:spPr>
          <a:xfrm>
            <a:off x="2290156" y="170411"/>
            <a:ext cx="116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0AA76-D57D-D4B9-284B-C2CB3A9ED120}"/>
              </a:ext>
            </a:extLst>
          </p:cNvPr>
          <p:cNvSpPr txBox="1"/>
          <p:nvPr/>
        </p:nvSpPr>
        <p:spPr>
          <a:xfrm>
            <a:off x="7725294" y="170411"/>
            <a:ext cx="116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E0627D-5505-0DD8-5799-E0BA5D50D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943" y="647004"/>
            <a:ext cx="2667231" cy="4858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2685BC-A469-9B7C-DA7F-50CED974E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363" y="734642"/>
            <a:ext cx="2655800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66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70CF9-FD8C-51F7-7F5A-6B03D1799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" y="0"/>
            <a:ext cx="120568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75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FC331-5BB8-D04C-83CA-A5B45F80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84CED-89CE-F44F-B05E-DFC7FC9A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3" y="0"/>
            <a:ext cx="12153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24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F9EB7-6B9F-6ED2-C47C-E3BB93A76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" y="0"/>
            <a:ext cx="12000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02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6590D-3F43-1FAA-9DA1-9169B14B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B4BD4-F163-C8A7-5C12-E3C79B87F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9" y="0"/>
            <a:ext cx="119502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34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802D0-0D8C-D9D9-04FB-FB6200300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7" y="0"/>
            <a:ext cx="12029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13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42128A-9C49-81CB-0A7B-4AB205AD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2" y="0"/>
            <a:ext cx="1208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1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7177</TotalTime>
  <Words>253</Words>
  <Application>Microsoft Office PowerPoint</Application>
  <PresentationFormat>Widescreen</PresentationFormat>
  <Paragraphs>43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Troubleshooting low community biomass in BU-Neutral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7</cp:revision>
  <dcterms:created xsi:type="dcterms:W3CDTF">2026-05-19T13:51:26Z</dcterms:created>
  <dcterms:modified xsi:type="dcterms:W3CDTF">2026-06-22T17:11:26Z</dcterms:modified>
</cp:coreProperties>
</file>