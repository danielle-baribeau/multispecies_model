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6" r:id="rId3"/>
    <p:sldId id="258" r:id="rId4"/>
    <p:sldId id="259" r:id="rId5"/>
  </p:sldIdLst>
  <p:sldSz cx="12192000" cy="1691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10" y="-1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768496"/>
            <a:ext cx="10363200" cy="5889413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8885027"/>
            <a:ext cx="9144000" cy="408421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A0472-1E77-4499-8CB9-38715DB74C0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8AE3-56E2-4062-9554-15085000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053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A0472-1E77-4499-8CB9-38715DB74C0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8AE3-56E2-4062-9554-15085000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55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217358"/>
            <a:ext cx="10515600" cy="7036751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1320679"/>
            <a:ext cx="10515600" cy="3700461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A0472-1E77-4499-8CB9-38715DB74C0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8AE3-56E2-4062-9554-15085000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076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503209"/>
            <a:ext cx="5181600" cy="10733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503209"/>
            <a:ext cx="5181600" cy="10733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A0472-1E77-4499-8CB9-38715DB74C0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8AE3-56E2-4062-9554-15085000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786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00645"/>
            <a:ext cx="10515600" cy="32697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4146869"/>
            <a:ext cx="5157787" cy="203231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6179185"/>
            <a:ext cx="5157787" cy="9088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4146869"/>
            <a:ext cx="5183188" cy="203231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6179185"/>
            <a:ext cx="5183188" cy="9088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A0472-1E77-4499-8CB9-38715DB74C0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8AE3-56E2-4062-9554-15085000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9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A0472-1E77-4499-8CB9-38715DB74C0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8AE3-56E2-4062-9554-15085000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95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A0472-1E77-4499-8CB9-38715DB74C0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8AE3-56E2-4062-9554-15085000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724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127760"/>
            <a:ext cx="3932237" cy="394716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435652"/>
            <a:ext cx="6172200" cy="12021608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074920"/>
            <a:ext cx="3932237" cy="94019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A0472-1E77-4499-8CB9-38715DB74C0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8AE3-56E2-4062-9554-15085000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94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127760"/>
            <a:ext cx="3932237" cy="394716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435652"/>
            <a:ext cx="6172200" cy="12021608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074920"/>
            <a:ext cx="3932237" cy="94019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A0472-1E77-4499-8CB9-38715DB74C0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8AE3-56E2-4062-9554-15085000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26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A0472-1E77-4499-8CB9-38715DB74C0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8AE3-56E2-4062-9554-15085000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866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900642"/>
            <a:ext cx="2628900" cy="1433586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900642"/>
            <a:ext cx="7734300" cy="1433586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A0472-1E77-4499-8CB9-38715DB74C0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78AE3-56E2-4062-9554-15085000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877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900645"/>
            <a:ext cx="10515600" cy="3269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503209"/>
            <a:ext cx="10515600" cy="10733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5679000"/>
            <a:ext cx="2743200" cy="9006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A0472-1E77-4499-8CB9-38715DB74C0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5679000"/>
            <a:ext cx="4114800" cy="9006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5679000"/>
            <a:ext cx="2743200" cy="9006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F78AE3-56E2-4062-9554-15085000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668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C30A4CC-1505-19FB-C60F-29059C968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93" y="1864821"/>
            <a:ext cx="11373718" cy="6515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FF873E-7A5D-191B-AA18-C4C1F20FA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8379922"/>
            <a:ext cx="11537004" cy="657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551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8F4287-A767-A943-1AF7-85EBE4351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574"/>
            <a:ext cx="12192000" cy="69746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0FC22B-9FC8-AB30-AC7C-FB178E430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85893"/>
            <a:ext cx="12192000" cy="698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406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89172E-EC32-9301-7EA0-BC375C1CD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60654"/>
            <a:ext cx="12192000" cy="7014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424962E-4E4E-BF36-A728-DF7EBE68C576}"/>
              </a:ext>
            </a:extLst>
          </p:cNvPr>
          <p:cNvSpPr/>
          <p:nvPr/>
        </p:nvSpPr>
        <p:spPr>
          <a:xfrm>
            <a:off x="1039091" y="529936"/>
            <a:ext cx="4509654" cy="13196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 = 0.4 on larges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FBAA15-E811-13EA-37B8-B7F2ECD00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20037"/>
            <a:ext cx="12192000" cy="696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348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50E292-A157-A5C6-BF6B-E02B4E039618}"/>
              </a:ext>
            </a:extLst>
          </p:cNvPr>
          <p:cNvSpPr/>
          <p:nvPr/>
        </p:nvSpPr>
        <p:spPr>
          <a:xfrm>
            <a:off x="1039091" y="529936"/>
            <a:ext cx="4509654" cy="13196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Cutoff = median biomass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6EF925-F7D3-5E9B-9F2F-660E335C0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6817"/>
            <a:ext cx="12192000" cy="7112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DC3430-9626-C64B-CE27-B7BE23672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02000"/>
            <a:ext cx="12192000" cy="70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737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1861</TotalTime>
  <Words>9</Words>
  <Application>Microsoft Office PowerPoint</Application>
  <PresentationFormat>Custom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Danielle Baribeau</dc:creator>
  <cp:lastModifiedBy>Danielle Baribeau</cp:lastModifiedBy>
  <cp:revision>2</cp:revision>
  <dcterms:created xsi:type="dcterms:W3CDTF">2026-03-17T14:54:11Z</dcterms:created>
  <dcterms:modified xsi:type="dcterms:W3CDTF">2026-03-18T21:55:30Z</dcterms:modified>
</cp:coreProperties>
</file>