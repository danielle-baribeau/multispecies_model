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A4705-E4D5-4967-BF60-B60B696BD02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706CC-B72A-4AA3-B6FF-80ED5A54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1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Proportions don’t add up to 1 when using lags 1 and 2 (over 1)</a:t>
            </a:r>
          </a:p>
          <a:p>
            <a:r>
              <a:rPr lang="en-US" dirty="0"/>
              <a:t>Proportions also don’t add up properly when only using lag 1 (0.35)</a:t>
            </a:r>
          </a:p>
          <a:p>
            <a:r>
              <a:rPr lang="en-US" dirty="0"/>
              <a:t>Input data adds up to 1</a:t>
            </a:r>
          </a:p>
          <a:p>
            <a:r>
              <a:rPr lang="en-US" dirty="0"/>
              <a:t>Switching mean to be starting value for projections helped some, but not enough (0.46)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706CC-B72A-4AA3-B6FF-80ED5A54CE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97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EB54-4BD8-C06A-A29D-3281767E5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955C3-032C-70CE-5350-399D66E16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F9580-5FC7-D677-D551-6297466F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4EE0-6DDF-DD25-8161-F8A6DE0E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FF3C0-3AB5-197C-3376-ABE48724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8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3DB8-788C-DEDF-D8DD-B225B492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08654-A71F-C54B-5593-A86324E80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1A4A7-9FB7-3CB0-F5A5-66715857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F591B-CC53-2127-19D1-5C7747A0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2BAD-9D7D-DDF4-8A8A-3CA9FA5C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4D3D-22C4-4F26-E3EE-70EC70768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8E7FC-CA78-B6D8-E99F-B9BAF305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6629-4D49-7D1E-65B0-E35FDB090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B7280-4458-BABD-0962-0DAD533B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E75-94A4-BC2B-F832-A428C1A6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84B2-8C30-E998-1308-C0DBA931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4EFF7-880B-239E-454A-015562426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7B7D8-16EA-678F-1F35-70E6B7E83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31AA6-AF5B-402F-7DA7-7B2994EA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59898-D869-18A5-348F-FEC5448C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48D62-AE9A-80F5-F87C-47FE0BA6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4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BD5A-8814-13EE-EA3A-3AC2CE69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CCDA3-6604-300E-0BE9-01F8BCE14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CEF8F-06B9-2709-4D11-FBF2DACCB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6C409-08D6-4F27-3151-4F0C2567D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39880-AFC0-61DA-0644-F1BCC0616D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96EB2-D6C5-CA5C-288E-9D80AC1E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9371A-4655-2E44-D67E-1B0C8D5F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3396C-0C19-8D3E-9503-BA263573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7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F156-1E29-098B-F197-10138E5B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7B43B-0EE5-5114-D3E6-F828AC89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8F951-09FD-6380-C3D6-C7B3436D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AFE59-F8AE-262F-3E81-957636D7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8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E11E7B-96CE-4201-6F1F-B07FA7B1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F0A8B-4BE0-CE8C-ED92-6D29F5F6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7980-12D2-631A-98CF-77484636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98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3789-EFDD-AAA1-5CAE-60EFB147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BB935-6489-2C46-1B3C-B8619D8E5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E0F23-46F7-C4D5-B2DA-3669EF6E6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41AB-0FDE-ADCA-5D3A-311E947D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4AD71-3928-0BB2-EFEF-A593CFF1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BC30C-5750-483E-BC02-14F4C6C9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4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C1E3-C043-B508-6AFA-16141D3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81291-9DAC-DDEB-6B5A-CA3D513A2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32277-BF21-2ACC-CC20-E63F9C114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B2C42-9447-CB20-7BC9-A530EA02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B6E7F-6D1E-CC5B-7F71-D0479CBF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0BE81-7D80-D1CB-2F80-84B7FD42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D6A8-A149-F783-8AC6-BE08264F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25D28-C4F8-DB04-0390-9FF724967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1CCDA-FE4A-6B9A-EA97-55FED730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44F08-09C8-3536-325C-C3A206B9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F5A2-9720-0569-00AB-1E63914B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02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410B5-6A15-7A2D-7DB6-093F26E5A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0A1CA-B371-AE5D-B560-1B5C3CE2C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F8189-28B3-049B-06ED-D87BEBC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E9920-070E-6175-5964-4A39DAE9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DA83E-2EC3-521E-6D23-79A8F2BF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8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7D26E-8BD2-5B49-424A-0ACD4CC8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4518E-6FE7-3BAA-CACF-C6AFD1A64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63333-2E43-8AB0-7A1C-DAC2E1FD7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9E86E-C858-4218-886F-71CA6FBF800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8537-CE7C-1EF0-C9F5-F2041616B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AE14C-7813-01FA-1A93-D08DEE81D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C3B3A-03F2-43FC-84C9-AA6AA49A0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4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0139-B614-3C00-A1F7-286F585F74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FG model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D980D-CA51-94BA-F633-8B6865FCF5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February 20, 2026</a:t>
            </a:r>
          </a:p>
        </p:txBody>
      </p:sp>
    </p:spTree>
    <p:extLst>
      <p:ext uri="{BB962C8B-B14F-4D97-AF65-F5344CB8AC3E}">
        <p14:creationId xmlns:p14="http://schemas.microsoft.com/office/powerpoint/2010/main" val="3019335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5CD7-7352-8A63-A93A-4254544B9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77BB6-20A5-BF4D-9225-A25EB504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runs for just larges (no piscivore or benthivore partitioning)</a:t>
            </a:r>
          </a:p>
          <a:p>
            <a:r>
              <a:rPr lang="en-US" dirty="0"/>
              <a:t>Community K ARIMA based on median and is log-transformed</a:t>
            </a:r>
          </a:p>
          <a:p>
            <a:r>
              <a:rPr lang="en-US" dirty="0"/>
              <a:t>Proportion ARIMAs are logit-transformed</a:t>
            </a:r>
          </a:p>
          <a:p>
            <a:r>
              <a:rPr lang="en-US" dirty="0"/>
              <a:t>2000-2017</a:t>
            </a:r>
          </a:p>
          <a:p>
            <a:r>
              <a:rPr lang="en-US" dirty="0"/>
              <a:t>Includes all larges (cod, haddock, silver hake, pollock, American plaice, wolffish, thorny skate and monkfish)</a:t>
            </a:r>
          </a:p>
          <a:p>
            <a:r>
              <a:rPr lang="en-US" dirty="0"/>
              <a:t>100 years, 10 iterations</a:t>
            </a:r>
          </a:p>
        </p:txBody>
      </p:sp>
    </p:spTree>
    <p:extLst>
      <p:ext uri="{BB962C8B-B14F-4D97-AF65-F5344CB8AC3E}">
        <p14:creationId xmlns:p14="http://schemas.microsoft.com/office/powerpoint/2010/main" val="212422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05BF58-4A16-CDF0-9F22-4D38A9E0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5" y="83128"/>
            <a:ext cx="11663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1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D4100-4DEE-1173-2213-629FC309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19" y="0"/>
            <a:ext cx="11650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8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286DD8-8CD8-0F36-6BB3-D4E14FFF9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410907"/>
              </p:ext>
            </p:extLst>
          </p:nvPr>
        </p:nvGraphicFramePr>
        <p:xfrm>
          <a:off x="2024149" y="719666"/>
          <a:ext cx="813585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84">
                  <a:extLst>
                    <a:ext uri="{9D8B030D-6E8A-4147-A177-3AD203B41FA5}">
                      <a16:colId xmlns:a16="http://schemas.microsoft.com/office/drawing/2014/main" val="39876945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040897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1444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Time series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ARIMA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40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Community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effectLst/>
                        </a:rPr>
                        <a:t>367.1362 million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effectLst/>
                        </a:rPr>
                        <a:t>357.3373 million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59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Proportion of L in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effectLst/>
                        </a:rPr>
                        <a:t>0.3393786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effectLst/>
                        </a:rPr>
                        <a:t>0.3431758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65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94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625831-C81A-2780-04E5-B21341915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2" y="378227"/>
            <a:ext cx="4803937" cy="5884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965DB3-C26B-87E9-916D-E1CB5F374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900" y="428105"/>
            <a:ext cx="4782947" cy="576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C5B8A-6DD6-0972-0CE0-86E0D1CD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1F0C-653C-06B2-B321-A8112CF4F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407" y="50021"/>
            <a:ext cx="9144000" cy="1309110"/>
          </a:xfrm>
        </p:spPr>
        <p:txBody>
          <a:bodyPr/>
          <a:lstStyle/>
          <a:p>
            <a:r>
              <a:rPr lang="en-US" dirty="0"/>
              <a:t>Stock-specific (see PDFs)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88521-AE02-3782-AD98-C03159DD192C}"/>
              </a:ext>
            </a:extLst>
          </p:cNvPr>
          <p:cNvSpPr txBox="1"/>
          <p:nvPr/>
        </p:nvSpPr>
        <p:spPr>
          <a:xfrm>
            <a:off x="4966853" y="5752475"/>
            <a:ext cx="3969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Overprojecting</a:t>
            </a:r>
            <a:r>
              <a:rPr lang="en-US" dirty="0"/>
              <a:t> haddock and </a:t>
            </a:r>
            <a:r>
              <a:rPr lang="en-US" dirty="0" err="1"/>
              <a:t>underprojecting</a:t>
            </a:r>
            <a:r>
              <a:rPr lang="en-US" dirty="0"/>
              <a:t> other species</a:t>
            </a:r>
          </a:p>
        </p:txBody>
      </p:sp>
    </p:spTree>
    <p:extLst>
      <p:ext uri="{BB962C8B-B14F-4D97-AF65-F5344CB8AC3E}">
        <p14:creationId xmlns:p14="http://schemas.microsoft.com/office/powerpoint/2010/main" val="221507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147</Words>
  <Application>Microsoft Office PowerPoint</Application>
  <PresentationFormat>Widescreen</PresentationFormat>
  <Paragraphs>25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FG model development</vt:lpstr>
      <vt:lpstr>K simulation</vt:lpstr>
      <vt:lpstr>PowerPoint Presentation</vt:lpstr>
      <vt:lpstr>PowerPoint Presentation</vt:lpstr>
      <vt:lpstr>PowerPoint Presentation</vt:lpstr>
      <vt:lpstr>PowerPoint Presentation</vt:lpstr>
      <vt:lpstr>Stock-specific (see PDFs)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8</cp:revision>
  <dcterms:created xsi:type="dcterms:W3CDTF">2026-02-19T19:34:17Z</dcterms:created>
  <dcterms:modified xsi:type="dcterms:W3CDTF">2026-02-20T12:59:49Z</dcterms:modified>
</cp:coreProperties>
</file>